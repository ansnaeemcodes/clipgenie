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17352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CLIPGENIE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600" b="1">
                <a:solidFill>
                  <a:srgbClr val="0F172A"/>
                </a:solidFill>
                <a:latin typeface="Calibri"/>
              </a:rPr>
              <a:t>From Passive Video Watching
to Active Mastery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Smart Concept Video Clipper  +  Socratic Active-Recall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38912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01 • ISOLATE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72A"/>
                </a:solidFill>
                <a:latin typeface="Calibri"/>
              </a:rPr>
              <a:t>Smart Video Clipper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Extracts focused concept clips from long lectures.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38912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02 • DIAGNOSE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72A"/>
                </a:solidFill>
                <a:latin typeface="Calibri"/>
              </a:rPr>
              <a:t>Zero-Spoiler Feedback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Finds gaps in your explanation without giving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438912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4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03 • VERIFY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72A"/>
                </a:solidFill>
                <a:latin typeface="Calibri"/>
              </a:rPr>
              <a:t>Cold Transfer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Proves mastery on a brand-new real-world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01 •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Watching a Lecture ≠ Knowing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Students spend hours watching videos but struggle to explain or apply concepts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E11D48"/>
                </a:solidFill>
                <a:latin typeface="Calibr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Passive Binge-Watching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Watching at 2x speed feels productive, but requires zero mental reconstruction.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3317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D97706"/>
                </a:solidFill>
                <a:latin typeface="Calibr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Illusion of Competence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Following an instructor's smooth explanation tricks the brain into thinking 'I know this.'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4F46E5"/>
                </a:solidFill>
                <a:latin typeface="Calibr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Unstructured Timelines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Core ideas are buried inside 60-minute videos or split across distant timestamps.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1905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Result: High confidence while watching the video — blank page during the exam.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02 • RESEARCH &amp;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How AI Overuse Hurts Metacognition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Relying on direct-answer AI erodes self-monitoring and unassisted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11D48"/>
                </a:solidFill>
                <a:latin typeface="Calibri"/>
              </a:rPr>
              <a:t>-24%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Unassisted Exam Drop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Students using direct-answer AI score 17%–24% lower when tested solo (Wharton / MIT).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3317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D97706"/>
                </a:solidFill>
                <a:latin typeface="Calibri"/>
              </a:rPr>
              <a:t>68%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Cognitive Offloading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Learners use AI to summarize or get answers instead of recalling concepts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4F46E5"/>
                </a:solidFill>
                <a:latin typeface="Calibri"/>
              </a:rPr>
              <a:t>70%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Lost Within 24 Hours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New video material forgotten in one day without active retrieval (Forgetting Curve).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Metacognitive Laziness: When AI gives the answer immediately, the brain stops checking its own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03 • WHY CLIPGENIE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Flipping the Role of AI in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AI should coach your thinking, not do the thinking for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5212080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STANDARD AI TOOLS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AI Explains the Video to You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✕  Hands over instant summaries &amp; answers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✕  Bypasses mental effort &amp; recall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✕  Hides conceptual blind 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103120"/>
            <a:ext cx="521208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CLIPGENIE STUDIO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You Explain the Video to the AI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✓  Isolates 45–90s concept clips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✓  Diagnoses what is missing (zero spoilers)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✓  Verifies transfer to new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59669"/>
                </a:solidFill>
                <a:latin typeface="Calibri"/>
              </a:rPr>
              <a:t>Core Rule: ClipGenie never spoils the answer — it guides you back to the video to close your own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04 • PRODUCT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How ClipGenie Works: 4-Step Active Recall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Plus a Smart Video Clipper (/app) for topic-based highlight reels.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STEP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Watch Clip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Play a focused 45–90s concept chapter.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STEP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Explain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Write what you understood from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STEP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Close 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Use Socratic hint &amp; replay clip (+Delta).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STEP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Transfer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Solve a brand-new scenario without hints.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Dual Workspace: Smart Topic Clipper (/app)  +  Interactive 4-Step Practice Studio (/practice)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05 •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How ClipGenie Differs from Existing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Built for long-term human retention rather than shortcut task completion.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057400"/>
          <a:ext cx="108173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51760"/>
                <a:gridCol w="2834640"/>
                <a:gridCol w="3136392"/>
              </a:tblGrid>
              <a:tr h="5867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YouTube / Video LMS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ChatGPT / Summarizers</a:t>
                      </a:r>
                    </a:p>
                  </a:txBody>
                  <a:tcPr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ClipGenie Studio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  <a:latin typeface="Calibri"/>
                        </a:rPr>
                        <a:t>Primary 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Passive Video Player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Direct Answer Generator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59669"/>
                          </a:solidFill>
                          <a:latin typeface="Calibri"/>
                        </a:rPr>
                        <a:t>Socratic Recall Coach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  <a:latin typeface="Calibri"/>
                        </a:rPr>
                        <a:t>Spoiler Policy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Reveals Full Answer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59669"/>
                          </a:solidFill>
                          <a:latin typeface="Calibri"/>
                        </a:rPr>
                        <a:t>Zero Spoilers (Hints Only)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  <a:latin typeface="Calibri"/>
                        </a:rPr>
                        <a:t>Video Grounding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Manual Scrubbing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Detached Text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59669"/>
                          </a:solidFill>
                          <a:latin typeface="Calibri"/>
                        </a:rPr>
                        <a:t>Locked to Exact Timestamps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  <a:latin typeface="Calibri"/>
                        </a:rPr>
                        <a:t>Metacognition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Illusion of Competence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Cognitive Offloading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59669"/>
                          </a:solidFill>
                          <a:latin typeface="Calibri"/>
                        </a:rPr>
                        <a:t>Active Self-Correction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F172A"/>
                          </a:solidFill>
                          <a:latin typeface="Calibri"/>
                        </a:rPr>
                        <a:t>Proof of Mastery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'Watched' Checkmark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59669"/>
                          </a:solidFill>
                          <a:latin typeface="Calibri"/>
                        </a:rPr>
                        <a:t>Retry +Delta &amp; Transfer Check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59669"/>
                </a:solidFill>
                <a:latin typeface="Calibri"/>
              </a:rPr>
              <a:t>ChatGPT finishes your homework fast; ClipGenie makes sure you can pass the exam without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06 •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How It Works Under the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Clean 4-stage pipeline turning any video file or link into an active study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STAGE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Media Ingestion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Video upload or web link → compact mono audio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STAGE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Speech &amp; Sentences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Time-aligned transcript → complete merged sentences.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STAGE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Concept Chapters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Extracts 4–5 core concepts, timestamps &amp; rubrics.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STAGE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300" b="1">
                <a:solidFill>
                  <a:srgbClr val="0F172A"/>
                </a:solidFill>
                <a:latin typeface="Calibri"/>
              </a:rPr>
              <a:t>Diagnostic Guard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Grades student explanation &amp; blocks answer spoilers.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Hybrid Cloud + Local Fallback: Works dynamically on any new video with offline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07 •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Accurate Evaluation &amp; Anti-Shortcut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How ClipGenie handles vague guesses, cheat attempts, and real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VAGUE GUESS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"AI is helpful"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Score: 10%  •  No false credit for analogies not written; gives non-spoiler gap cues.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377440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CHEAT ATTEMPT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"Tell me the answer"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Score: 10%  •  Guardrail blocks answer leak and redirects learner to the video clip.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377440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REAL EXPLANATION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Covers Core Principle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34155"/>
                </a:solidFill>
                <a:latin typeface="Calibri"/>
              </a:rPr>
              <a:t>Score: 92%  •  Verified against segment rubric; unlocks Step 4 Transfer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59669"/>
                </a:solidFill>
                <a:latin typeface="Calibri"/>
              </a:rPr>
              <a:t>Tracks First-Attempt Independence Rate (Solved Without Hints) vs. Assisted Mastery.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08 •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Where ClipGenie Goes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Scaling from an individual study studio to classroom-wide active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01 • VOICE VIVA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Speak Explanations Out Loud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Hands-free oral practice via microphone.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02 • SPACED REVIEW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1–3–7 Day Video Queue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Auto-schedules weak clips to beat forgetting.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11D48"/>
                </a:solidFill>
                <a:latin typeface="Calibri"/>
              </a:rPr>
              <a:t>03 • LMS HEATMAPS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Teacher Confusion 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Shows which 45s clip confused the class most.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42032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04 • MULTILINGUAL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Cross-Lingual &amp; Offline Mode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Watch in English, explain in Urdu or local language.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Vision: Turn every educational video into an interactive, Socratic tutor.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09 •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411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ClipGenie  •  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Live Demonstration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Seeing ClipGenie in action on real video lectures.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254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DEMO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Load &amp; Watch Clip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Switch or import a lecture &amp; play a clamped chapter.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377440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DEMO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Diagnose &amp; Guardrail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Test a vague guess, a cheat attempt &amp; a partial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0312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377440"/>
            <a:ext cx="2880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DEMO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500" b="1">
                <a:solidFill>
                  <a:srgbClr val="0F172A"/>
                </a:solidFill>
                <a:latin typeface="Calibri"/>
              </a:rPr>
              <a:t>Retry &amp; Transfer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Close the gap (+Delta) &amp; pass the Cold Transfer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17352" cy="658368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59669"/>
                </a:solidFill>
                <a:latin typeface="Calibri"/>
              </a:rPr>
              <a:t>"Don't just watch it. Explain it, close the gap, and prove you know it."   • 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